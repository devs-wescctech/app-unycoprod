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559552"/>
            <a:ext cx="12191695" cy="36576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Plataforma de Gestão e Reservas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548640" cy="4572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Executiva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858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Módulos e Integrações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5897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6144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 CRM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5897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6144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5897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6144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WESCCTECH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5897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0" y="61447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de abril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UNYCO CRM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0820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fullstack que une back-office de gestão, landing page de reservas e integrações operacionais em um só sistema.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560320"/>
            <a:ext cx="3423818" cy="32004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560320"/>
            <a:ext cx="73152" cy="320040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8346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566160"/>
            <a:ext cx="30580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público de busca de hotéis, reservas e pagamentos por Cartão e PIX.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3938" y="2560320"/>
            <a:ext cx="3423818" cy="32004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3938" y="2560320"/>
            <a:ext cx="73152" cy="320040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4" name="Text 12"/>
          <p:cNvSpPr/>
          <p:nvPr/>
        </p:nvSpPr>
        <p:spPr>
          <a:xfrm>
            <a:off x="4658258" y="28346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58258" y="3566160"/>
            <a:ext cx="30580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para gestão de cadastros, planos, reservas, sincronização e usuários.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2077" y="2560320"/>
            <a:ext cx="3423818" cy="320040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082077" y="2560320"/>
            <a:ext cx="73152" cy="320040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8" name="Text 16"/>
          <p:cNvSpPr/>
          <p:nvPr/>
        </p:nvSpPr>
        <p:spPr>
          <a:xfrm>
            <a:off x="8356397" y="2834640"/>
            <a:ext cx="30580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56397" y="3566160"/>
            <a:ext cx="30580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TOTVS, Coobmais, Vindi, WhatsApp e ViaCEP centralizadas em um único backend.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3 camadas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React + API Express + PostgreSQL, tudo empacotado em uma única imagem Docker.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0820095" cy="100584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97180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Tailwind · Radix UI · React Query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566160"/>
            <a:ext cx="10820095" cy="10058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49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· Express · pg Pool · proxies de integração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754880"/>
            <a:ext cx="10820095" cy="100584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no host · system_config · season_config · category_rates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371600" cy="36576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Radix UI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React Query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(gráficos)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· xlsx · html2canvas (export)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 infra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1371600" cy="36576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317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+ Express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(driver pg)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Auto-init de tabelas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em /api/health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(Alpine multi-stage)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+ GHCR</a:t>
            </a:r>
            <a:endParaRPr lang="en-US" sz="1400" dirty="0"/>
          </a:p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· porta 5100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do CRM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completo, com controle de acesso por perfil (Administrador, Gerente, Operador, Visualizador).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28600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5059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executiva com mapas, gráficos e filtros de período.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36544" y="228600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3436544" y="228600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19424" y="245059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9424" y="283464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associados com busca, filtros e exportação.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228600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228600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245059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0168" y="283464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planos de assinatura (quando ativo).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38031" y="228600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8938031" y="228600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20911" y="245059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20911" y="283464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de cobranças e status Vindi.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74904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74904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91363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&amp; Receita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29768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interativo com bolhas por estado e modal de detalhes.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36544" y="374904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3436544" y="374904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19424" y="391363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19424" y="429768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com TOTVS com cronômetro, retry e logs persistidos.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87288" y="374904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187288" y="374904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34" name="Text 32"/>
          <p:cNvSpPr/>
          <p:nvPr/>
        </p:nvSpPr>
        <p:spPr>
          <a:xfrm>
            <a:off x="6370168" y="391363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TOTVS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70168" y="429768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direta ao ERP a partir do CRM.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38031" y="3749040"/>
            <a:ext cx="2567864" cy="12801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37" name="Shape 35"/>
          <p:cNvSpPr/>
          <p:nvPr/>
        </p:nvSpPr>
        <p:spPr>
          <a:xfrm>
            <a:off x="8938031" y="3749040"/>
            <a:ext cx="2567864" cy="54864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38" name="Text 36"/>
          <p:cNvSpPr/>
          <p:nvPr/>
        </p:nvSpPr>
        <p:spPr>
          <a:xfrm>
            <a:off x="9120911" y="3913632"/>
            <a:ext cx="229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20911" y="4297680"/>
            <a:ext cx="2293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perfis de acesso interno.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integrada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 de busca, reserva e pagamento, com a identidade visual UNYCO.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46602" y="2468880"/>
            <a:ext cx="822960" cy="822960"/>
          </a:xfrm>
          <a:prstGeom prst="ellipse">
            <a:avLst/>
          </a:prstGeom>
          <a:solidFill>
            <a:srgbClr val="2E6299"/>
          </a:solidFill>
          <a:ln/>
        </p:spPr>
      </p:sp>
      <p:sp>
        <p:nvSpPr>
          <p:cNvPr id="9" name="Text 7"/>
          <p:cNvSpPr/>
          <p:nvPr/>
        </p:nvSpPr>
        <p:spPr>
          <a:xfrm>
            <a:off x="1246602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19445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19445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por destino, datas e número de hóspedes.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65485" y="2468880"/>
            <a:ext cx="822960" cy="822960"/>
          </a:xfrm>
          <a:prstGeom prst="ellipse">
            <a:avLst/>
          </a:prstGeom>
          <a:solidFill>
            <a:srgbClr val="2E6299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485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904683" y="3474720"/>
            <a:ext cx="19445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04683" y="3886200"/>
            <a:ext cx="19445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e apartamento com tarifa por categoria.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84368" y="2468880"/>
            <a:ext cx="822960" cy="822960"/>
          </a:xfrm>
          <a:prstGeom prst="ellipse">
            <a:avLst/>
          </a:prstGeom>
          <a:solidFill>
            <a:srgbClr val="2E6299"/>
          </a:solidFill>
          <a:ln/>
        </p:spPr>
      </p:sp>
      <p:sp>
        <p:nvSpPr>
          <p:cNvPr id="17" name="Text 15"/>
          <p:cNvSpPr/>
          <p:nvPr/>
        </p:nvSpPr>
        <p:spPr>
          <a:xfrm>
            <a:off x="5684368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123566" y="3474720"/>
            <a:ext cx="19445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3566" y="3886200"/>
            <a:ext cx="19445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reserva e dados do hóspede.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03251" y="2468880"/>
            <a:ext cx="822960" cy="822960"/>
          </a:xfrm>
          <a:prstGeom prst="ellipse">
            <a:avLst/>
          </a:prstGeom>
          <a:solidFill>
            <a:srgbClr val="2E6299"/>
          </a:solidFill>
          <a:ln/>
        </p:spPr>
      </p:sp>
      <p:sp>
        <p:nvSpPr>
          <p:cNvPr id="21" name="Text 19"/>
          <p:cNvSpPr/>
          <p:nvPr/>
        </p:nvSpPr>
        <p:spPr>
          <a:xfrm>
            <a:off x="7903251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42449" y="3474720"/>
            <a:ext cx="19445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42449" y="3886200"/>
            <a:ext cx="19445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crédito ou PIX com QR Code e polling automático.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122134" y="2468880"/>
            <a:ext cx="822960" cy="822960"/>
          </a:xfrm>
          <a:prstGeom prst="ellipse">
            <a:avLst/>
          </a:prstGeom>
          <a:solidFill>
            <a:srgbClr val="2E629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22134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561332" y="3474720"/>
            <a:ext cx="194456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61332" y="3886200"/>
            <a:ext cx="1944563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confirmada e disparo automático de WhatsApp.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5486400"/>
            <a:ext cx="10820095" cy="82296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5486400"/>
            <a:ext cx="73152" cy="82296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53212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em produção: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+ Pix Copia e Cola, com polling a cada 5s para confirmar pagamento sem intervenção manual.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externas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integrações passam pelo backend como camada de proxy, com tokens configuráveis em runtime.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2017715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68880"/>
            <a:ext cx="2017715" cy="54864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60320"/>
            <a:ext cx="17433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TOTVS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165195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— sincronização de cadastros com retry e tradução de erros.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6395" y="2468880"/>
            <a:ext cx="2017715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6395" y="2468880"/>
            <a:ext cx="2017715" cy="54864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14" name="Text 12"/>
          <p:cNvSpPr/>
          <p:nvPr/>
        </p:nvSpPr>
        <p:spPr>
          <a:xfrm>
            <a:off x="3023555" y="2560320"/>
            <a:ext cx="17433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Coobmais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9275" y="3246120"/>
            <a:ext cx="165195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Associados, hotéis e reservas. Auto-login com cache de JWT.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86990" y="2468880"/>
            <a:ext cx="2017715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6990" y="2468880"/>
            <a:ext cx="2017715" cy="54864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18" name="Text 16"/>
          <p:cNvSpPr/>
          <p:nvPr/>
        </p:nvSpPr>
        <p:spPr>
          <a:xfrm>
            <a:off x="5224150" y="2560320"/>
            <a:ext cx="17433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69870" y="3246120"/>
            <a:ext cx="165195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em produção: Cartão e PIX (QR Code + polling).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87585" y="2468880"/>
            <a:ext cx="2017715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87585" y="2468880"/>
            <a:ext cx="2017715" cy="54864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22" name="Text 20"/>
          <p:cNvSpPr/>
          <p:nvPr/>
        </p:nvSpPr>
        <p:spPr>
          <a:xfrm>
            <a:off x="7424745" y="2560320"/>
            <a:ext cx="17433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WESCCTECH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70465" y="3246120"/>
            <a:ext cx="165195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transacionais e fluxos visuais de automação.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88180" y="2468880"/>
            <a:ext cx="2017715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8180" y="2468880"/>
            <a:ext cx="2017715" cy="54864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26" name="Text 24"/>
          <p:cNvSpPr/>
          <p:nvPr/>
        </p:nvSpPr>
        <p:spPr>
          <a:xfrm>
            <a:off x="9625340" y="2560320"/>
            <a:ext cx="17433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ViaCEP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71060" y="3246120"/>
            <a:ext cx="165195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Autopreenchimento de endereço a partir do CEP.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594360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dinâmica via Central de APIs · sem necessidade de redeploy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Central de APIs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 WhatsApp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2148840"/>
            <a:ext cx="1371600" cy="36576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317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 visual de fluxos (Trigger → Delay → Message)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automático em booking_confirmed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automático em booking_cancelled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automático em registration_completed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envio com progresso em tempo real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persistidos para auditoria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APIs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1371600" cy="36576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31720"/>
            <a:ext cx="5303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latência e auto-refresh por API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individual de endpoints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de tokens e URLs em tempo real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obrigatória de HTTPS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 de domínios e mascaramento de tokens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e regeneração do JWT Coobmais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62495" y="45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Documento de Apresentação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" cy="54864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produção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Docker no servidor WESCCTECH, banco PostgreSQL no host e pipeline automatizado de deploy.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10820095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42316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10820095" cy="50292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92608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/var/www/html/app-unycoprod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383280"/>
            <a:ext cx="10820095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Docker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342900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ghcr.io/devs-wescctech/app-unycoprod:latest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10820095" cy="50292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31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93192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5100 (host) → 5000 (container)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10820095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443484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no host (172.17.0.1:5432) — db unycoprod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892040"/>
            <a:ext cx="10820095" cy="502920"/>
          </a:xfrm>
          <a:prstGeom prst="rect">
            <a:avLst/>
          </a:prstGeom>
          <a:solidFill>
            <a:srgbClr val="F3F6FB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937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493776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394960"/>
            <a:ext cx="10820095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440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5440680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GHCR → docker compose pull &amp;&amp; up -d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2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85800" y="3108960"/>
            <a:ext cx="548640" cy="45720"/>
          </a:xfrm>
          <a:prstGeom prst="rect">
            <a:avLst/>
          </a:prstGeom>
          <a:solidFill>
            <a:srgbClr val="4DA3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291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entregue, operando em produção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4023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contínuas via pipeline · Monitoramento por Central de APIs · Configuração em runtime sem redeploy.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unycoclub.com.br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github.com/Devs-Wescctech/app-unycoprod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UNYCO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UNYCO CRM — Apresentação</dc:title>
  <dc:subject>PptxGenJS Presentation</dc:subject>
  <dc:creator>WESCCTECH</dc:creator>
  <cp:lastModifiedBy>WESCCTECH</cp:lastModifiedBy>
  <cp:revision>1</cp:revision>
  <dcterms:created xsi:type="dcterms:W3CDTF">2026-04-29T20:48:18Z</dcterms:created>
  <dcterms:modified xsi:type="dcterms:W3CDTF">2026-04-29T20:48:18Z</dcterms:modified>
</cp:coreProperties>
</file>